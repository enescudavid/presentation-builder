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</p:presentation>
</file>

<file path=ppt/theme/theme1.xml><?xml version="1.0" encoding="utf-8"?>
<a:theme xmlns:a="http://schemas.openxmlformats.org/drawingml/2006/main" name="Test Theme">
  <a:themeElements>
    <a:clrScheme name="Test Colors">
      <a:dk1>
        <a:sysClr val="windowText" lastClr="1A1A1A"/>
      </a:dk1>
      <a:lt1>
        <a:srgbClr val="FAFAFA"/>
      </a:lt1>
      <a:dk2>
        <a:srgbClr val="2B4C7E"/>
      </a:dk2>
      <a:lt2>
        <a:srgbClr val="E8ECF1"/>
      </a:lt2>
      <a:accent1>
        <a:srgbClr val="3498DB"/>
      </a:accent1>
      <a:accent2>
        <a:srgbClr val="E74C3C"/>
      </a:accent2>
      <a:accent3>
        <a:srgbClr val="2ECC71"/>
      </a:accent3>
      <a:accent4>
        <a:srgbClr val="9B59B6"/>
      </a:accent4>
      <a:accent5>
        <a:srgbClr val="1ABC9C"/>
      </a:accent5>
      <a:accent6>
        <a:srgbClr val="F39C12"/>
      </a:accent6>
      <a:hlink>
        <a:srgbClr val="2980B9"/>
      </a:hlink>
      <a:folHlink>
        <a:srgbClr val="8E44AD"/>
      </a:folHlink>
    </a:clrScheme>
    <a:fontScheme name="Test Fonts">
      <a:majorFont>
        <a:latin typeface="Calibri Light"/>
      </a:majorFont>
      <a:minorFont>
        <a:latin typeface="Calibri"/>
      </a:minorFont>
    </a:fontScheme>
    <a:fmtScheme name="Test Format"/>
  </a:themeElements>
</a:theme>
</file>